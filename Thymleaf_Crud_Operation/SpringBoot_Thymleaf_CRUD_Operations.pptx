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/>
            </a:pPr>
            <a:r>
              <a:t>Employee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/>
            </a:pPr>
            <a:r>
              <a:t>Spring Boot | Thymeleaf | Oracle Database</a:t>
            </a:r>
          </a:p>
          <a:p>
            <a:r>
              <a:rPr lang="en-US"/>
              <a:t>Developed</a:t>
            </a:r>
            <a:r>
              <a:t> by Debanath Swain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1600"/>
            </a:pPr>
            <a:r>
              <a:t>Develop a web-based Employee Management System</a:t>
            </a:r>
          </a:p>
          <a:p>
            <a:pPr lvl="1">
              <a:defRPr sz="1600"/>
            </a:pPr>
            <a:r>
              <a:t>Implement CRUD operations using Spring Boot</a:t>
            </a:r>
          </a:p>
          <a:p>
            <a:pPr lvl="1">
              <a:defRPr sz="1600"/>
            </a:pPr>
            <a:r>
              <a:t>Use Thymeleaf for UI rendering</a:t>
            </a:r>
          </a:p>
          <a:p>
            <a:pPr lvl="1">
              <a:defRPr sz="1600"/>
            </a:pPr>
            <a:r>
              <a:t>Persist data using Oracle Database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1600"/>
            </a:pPr>
            <a:r>
              <a:t>Java 17</a:t>
            </a:r>
          </a:p>
          <a:p>
            <a:pPr lvl="1">
              <a:defRPr sz="1600"/>
            </a:pPr>
            <a:r>
              <a:t>Spring Boot &amp; Spring Data JPA</a:t>
            </a:r>
          </a:p>
          <a:p>
            <a:pPr lvl="1">
              <a:defRPr sz="1600"/>
            </a:pPr>
            <a:r>
              <a:t>Thymeleaf</a:t>
            </a:r>
          </a:p>
          <a:p>
            <a:pPr lvl="1">
              <a:defRPr sz="1600"/>
            </a:pPr>
            <a:r>
              <a:t>Oracle Database</a:t>
            </a:r>
          </a:p>
          <a:p>
            <a:pPr lvl="1">
              <a:defRPr sz="1600"/>
            </a:pPr>
            <a:r>
              <a:t>Maven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1600"/>
            </a:pPr>
            <a:r>
              <a:t>Controller Layer – Handles HTTP requests</a:t>
            </a:r>
          </a:p>
          <a:p>
            <a:pPr lvl="1">
              <a:defRPr sz="1600"/>
            </a:pPr>
            <a:r>
              <a:t>Service Layer – Business logic</a:t>
            </a:r>
          </a:p>
          <a:p>
            <a:pPr lvl="1">
              <a:defRPr sz="1600"/>
            </a:pPr>
            <a:r>
              <a:t>Repository Layer – Database interaction</a:t>
            </a:r>
          </a:p>
          <a:p>
            <a:pPr lvl="1">
              <a:defRPr sz="1600"/>
            </a:pPr>
            <a:r>
              <a:t>Oracle DB – Persistent storage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Home Page – Employee List</a:t>
            </a:r>
          </a:p>
        </p:txBody>
      </p:sp>
      <p:pic>
        <p:nvPicPr>
          <p:cNvPr id="3" name="Picture 2" descr="HomeP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37160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 Employee Screen</a:t>
            </a:r>
          </a:p>
        </p:txBody>
      </p:sp>
      <p:pic>
        <p:nvPicPr>
          <p:cNvPr id="3" name="Picture 2" descr="AddEmploye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37160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Update Employee Screen</a:t>
            </a:r>
          </a:p>
        </p:txBody>
      </p:sp>
      <p:pic>
        <p:nvPicPr>
          <p:cNvPr id="3" name="Picture 2" descr="EditEmploye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37160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1600"/>
            </a:pPr>
            <a:r>
              <a:t>Add new employees</a:t>
            </a:r>
          </a:p>
          <a:p>
            <a:pPr lvl="1">
              <a:defRPr sz="1600"/>
            </a:pPr>
            <a:r>
              <a:t>View employee list</a:t>
            </a:r>
          </a:p>
          <a:p>
            <a:pPr lvl="1">
              <a:defRPr sz="1600"/>
            </a:pPr>
            <a:r>
              <a:t>Update employee details</a:t>
            </a:r>
          </a:p>
          <a:p>
            <a:pPr lvl="1">
              <a:defRPr sz="1600"/>
            </a:pPr>
            <a:r>
              <a:t>Delete employee records</a:t>
            </a:r>
          </a:p>
          <a:p>
            <a:pPr lvl="1">
              <a:defRPr sz="1600"/>
            </a:pPr>
            <a:r>
              <a:t>MVC architecture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1600"/>
            </a:pPr>
            <a:r>
              <a:t>Spring Security integration</a:t>
            </a:r>
          </a:p>
          <a:p>
            <a:pPr lvl="1">
              <a:defRPr sz="1600"/>
            </a:pPr>
            <a:r>
              <a:t>Pagination &amp; search</a:t>
            </a:r>
          </a:p>
          <a:p>
            <a:pPr lvl="1">
              <a:defRPr sz="1600"/>
            </a:pPr>
            <a:r>
              <a:t>REST API exposure</a:t>
            </a:r>
          </a:p>
          <a:p>
            <a:pPr lvl="1">
              <a:defRPr sz="1600"/>
            </a:pPr>
            <a:r>
              <a:t>Role-based access control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1600"/>
            </a:pPr>
            <a:r>
              <a:t>Enterprise-ready Spring Boot application</a:t>
            </a:r>
          </a:p>
          <a:p>
            <a:pPr lvl="1">
              <a:defRPr sz="1600"/>
            </a:pPr>
            <a:r>
              <a:t>Clean MVC design</a:t>
            </a:r>
          </a:p>
          <a:p>
            <a:pPr lvl="1">
              <a:defRPr sz="1600"/>
            </a:pPr>
            <a:r>
              <a:t>Oracle DB integration</a:t>
            </a:r>
          </a:p>
          <a:p>
            <a:pPr lvl="1">
              <a:defRPr sz="1600"/>
            </a:pPr>
            <a:r>
              <a:t>Scalable and maintainable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903</Words>
  <Application>WPS Presentation</Application>
  <PresentationFormat>On-screen Show (4:3)</PresentationFormat>
  <Paragraphs>55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Employee Management System</vt:lpstr>
      <vt:lpstr>Project Objective</vt:lpstr>
      <vt:lpstr>Technology Stack</vt:lpstr>
      <vt:lpstr>System Architecture</vt:lpstr>
      <vt:lpstr>Home Page – Employee List</vt:lpstr>
      <vt:lpstr>Add Employee Screen</vt:lpstr>
      <vt:lpstr>Update Employee Screen</vt:lpstr>
      <vt:lpstr>Key Features</vt:lpstr>
      <vt:lpstr>Future Enhancements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Debanath Swain</cp:lastModifiedBy>
  <cp:revision>2</cp:revision>
  <dcterms:created xsi:type="dcterms:W3CDTF">2013-01-27T09:14:00Z</dcterms:created>
  <dcterms:modified xsi:type="dcterms:W3CDTF">2026-01-14T10:32:20Z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565CA81D1BF4475F8160C1109CFB2B58_12</vt:lpwstr>
  </property>
  <property fmtid="{D5CDD505-2E9C-101B-9397-08002B2CF9AE}" pid="3" name="KSOProductBuildVer">
    <vt:lpwstr>1033-12.2.0.23196</vt:lpwstr>
  </property>
</Properties>
</file>